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10287000" cx="18288000"/>
  <p:notesSz cx="6858000" cy="9144000"/>
  <p:embeddedFontLst>
    <p:embeddedFont>
      <p:font typeface="Montserra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hvcdrglp3aXGkHSKpyDQHwM7kr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9379d42ff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f9379d42ff_0_2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9379d42ff_0_2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f9379d42ff_0_234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g3f9379d42ff_0_2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9379d42ff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g3f9379d42ff_0_2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9379d42ff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f9379d42ff_0_2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9379d42ff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3f9379d42ff_0_2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9379d42ff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g3f9379d42ff_0_2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9379d42ff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f9379d42ff_0_2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379d42ff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f9379d42ff_0_2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379d42ff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g3f9379d42ff_0_2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9379d42ff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f9379d42ff_0_2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9379d42ff_0_2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f9379d42ff_0_2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9379d42ff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f9379d42ff_0_2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9379d42ff_0_3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g3f9379d42ff_0_3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9379d42ff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g3f9379d42ff_0_3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379d42ff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g3f9379d42ff_0_3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9379d42ff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f9379d42ff_0_3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9379d42ff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g3f9379d42ff_0_3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9379d42ff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f9379d42ff_0_3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9379d42ff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g3f9379d42ff_0_3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9379d42ff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g3f9379d42ff_0_3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9379d42ff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g3f9379d42ff_0_4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6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9379d42ff_0_227"/>
          <p:cNvSpPr txBox="1"/>
          <p:nvPr/>
        </p:nvSpPr>
        <p:spPr>
          <a:xfrm>
            <a:off x="1736100" y="4066058"/>
            <a:ext cx="14815800" cy="23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7000" u="none" cap="none" strike="noStrike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Latent Dirichlet Allocation</a:t>
            </a:r>
            <a:endParaRPr b="1" i="0" sz="7000" u="none" cap="none" strike="noStrike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7000" u="none" cap="none" strike="noStrike">
                <a:solidFill>
                  <a:srgbClr val="72EAEE"/>
                </a:solidFill>
                <a:latin typeface="Montserrat"/>
                <a:ea typeface="Montserrat"/>
                <a:cs typeface="Montserrat"/>
                <a:sym typeface="Montserrat"/>
              </a:rPr>
              <a:t>LDA</a:t>
            </a:r>
            <a:endParaRPr b="0" i="0" sz="7000" u="none" cap="none" strike="noStrike">
              <a:solidFill>
                <a:srgbClr val="72EA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f9379d42ff_0_227"/>
          <p:cNvSpPr/>
          <p:nvPr/>
        </p:nvSpPr>
        <p:spPr>
          <a:xfrm rot="-8100000">
            <a:off x="12485331" y="-3302925"/>
            <a:ext cx="10650145" cy="8655664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f9379d42ff_0_227"/>
          <p:cNvSpPr/>
          <p:nvPr/>
        </p:nvSpPr>
        <p:spPr>
          <a:xfrm rot="-8606732">
            <a:off x="-7159681" y="5569812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g3f9379d42ff_0_2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3775" y="9057100"/>
            <a:ext cx="8398076" cy="2678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g3f9379d42ff_0_2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431969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f9379d42ff_0_234"/>
          <p:cNvSpPr/>
          <p:nvPr/>
        </p:nvSpPr>
        <p:spPr>
          <a:xfrm rot="-2083339">
            <a:off x="-12460880" y="2586607"/>
            <a:ext cx="14355438" cy="14355438"/>
          </a:xfrm>
          <a:custGeom>
            <a:rect b="b" l="l" r="r" t="t"/>
            <a:pathLst>
              <a:path extrusionOk="0" h="14345355" w="14345355">
                <a:moveTo>
                  <a:pt x="0" y="0"/>
                </a:moveTo>
                <a:lnTo>
                  <a:pt x="14345355" y="0"/>
                </a:lnTo>
                <a:lnTo>
                  <a:pt x="14345355" y="14345355"/>
                </a:lnTo>
                <a:lnTo>
                  <a:pt x="0" y="143453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f9379d42ff_0_234"/>
          <p:cNvSpPr/>
          <p:nvPr/>
        </p:nvSpPr>
        <p:spPr>
          <a:xfrm rot="-8606732">
            <a:off x="15411490" y="-476409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g3f9379d42ff_0_2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0175"/>
            <a:ext cx="18288000" cy="1020664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f9379d42ff_0_241"/>
          <p:cNvSpPr/>
          <p:nvPr/>
        </p:nvSpPr>
        <p:spPr>
          <a:xfrm rot="-8100000">
            <a:off x="-10827649" y="-2566365"/>
            <a:ext cx="13096292" cy="15048009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f9379d42ff_0_241"/>
          <p:cNvSpPr/>
          <p:nvPr/>
        </p:nvSpPr>
        <p:spPr>
          <a:xfrm rot="-8606732">
            <a:off x="13776538" y="737003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g3f9379d42ff_0_2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"/>
            <a:ext cx="18288000" cy="1001911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f9379d42ff_0_247"/>
          <p:cNvSpPr/>
          <p:nvPr/>
        </p:nvSpPr>
        <p:spPr>
          <a:xfrm rot="-8100000">
            <a:off x="12294831" y="-3874425"/>
            <a:ext cx="10650145" cy="8655664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f9379d42ff_0_247"/>
          <p:cNvSpPr/>
          <p:nvPr/>
        </p:nvSpPr>
        <p:spPr>
          <a:xfrm rot="-8606732">
            <a:off x="12900236" y="9238811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g3f9379d42ff_0_247"/>
          <p:cNvSpPr/>
          <p:nvPr/>
        </p:nvSpPr>
        <p:spPr>
          <a:xfrm rot="-7063110">
            <a:off x="-9760634" y="-610815"/>
            <a:ext cx="11508636" cy="11508636"/>
          </a:xfrm>
          <a:custGeom>
            <a:rect b="b" l="l" r="r" t="t"/>
            <a:pathLst>
              <a:path extrusionOk="0" h="11511802" w="11511802">
                <a:moveTo>
                  <a:pt x="0" y="0"/>
                </a:moveTo>
                <a:lnTo>
                  <a:pt x="11511802" y="0"/>
                </a:lnTo>
                <a:lnTo>
                  <a:pt x="11511802" y="11511802"/>
                </a:lnTo>
                <a:lnTo>
                  <a:pt x="0" y="11511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g3f9379d42ff_0_2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32376" y="0"/>
            <a:ext cx="18572774" cy="993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3f9379d42ff_0_254"/>
          <p:cNvSpPr/>
          <p:nvPr/>
        </p:nvSpPr>
        <p:spPr>
          <a:xfrm rot="-1111536">
            <a:off x="10156558" y="-5848083"/>
            <a:ext cx="10436174" cy="8481763"/>
          </a:xfrm>
          <a:custGeom>
            <a:rect b="b" l="l" r="r" t="t"/>
            <a:pathLst>
              <a:path extrusionOk="0" h="8487866" w="10443683">
                <a:moveTo>
                  <a:pt x="0" y="0"/>
                </a:moveTo>
                <a:lnTo>
                  <a:pt x="10443682" y="0"/>
                </a:lnTo>
                <a:lnTo>
                  <a:pt x="10443682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f9379d42ff_0_254"/>
          <p:cNvSpPr/>
          <p:nvPr/>
        </p:nvSpPr>
        <p:spPr>
          <a:xfrm>
            <a:off x="9989425" y="8817141"/>
            <a:ext cx="9727319" cy="3106962"/>
          </a:xfrm>
          <a:custGeom>
            <a:rect b="b" l="l" r="r" t="t"/>
            <a:pathLst>
              <a:path extrusionOk="0" h="3106962" w="9727319">
                <a:moveTo>
                  <a:pt x="0" y="0"/>
                </a:moveTo>
                <a:lnTo>
                  <a:pt x="9727319" y="0"/>
                </a:lnTo>
                <a:lnTo>
                  <a:pt x="9727319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g3f9379d42ff_0_2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930"/>
            <a:ext cx="18288000" cy="1026914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f9379d42ff_0_260"/>
          <p:cNvSpPr/>
          <p:nvPr/>
        </p:nvSpPr>
        <p:spPr>
          <a:xfrm rot="-8606732">
            <a:off x="12081462" y="-4936139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4" name="Google Shape;124;g3f9379d42ff_0_2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6463966" y="-2313975"/>
            <a:ext cx="10603016" cy="10286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g3f9379d42ff_0_2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62513"/>
            <a:ext cx="18288000" cy="10161973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f9379d42ff_0_266"/>
          <p:cNvSpPr/>
          <p:nvPr/>
        </p:nvSpPr>
        <p:spPr>
          <a:xfrm rot="-2505159">
            <a:off x="14497471" y="5417768"/>
            <a:ext cx="10629580" cy="8638950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1" name="Google Shape;131;g3f9379d42ff_0_2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214416" y="-3814900"/>
            <a:ext cx="10603016" cy="10286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g3f9379d42ff_0_2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512" y="30419"/>
            <a:ext cx="18291021" cy="1022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3f9379d42ff_0_272"/>
          <p:cNvSpPr/>
          <p:nvPr/>
        </p:nvSpPr>
        <p:spPr>
          <a:xfrm flipH="1" rot="2121297">
            <a:off x="-2981562" y="6909548"/>
            <a:ext cx="8082042" cy="6568496"/>
          </a:xfrm>
          <a:custGeom>
            <a:rect b="b" l="l" r="r" t="t"/>
            <a:pathLst>
              <a:path extrusionOk="0" h="6553094" w="8063091">
                <a:moveTo>
                  <a:pt x="8063091" y="0"/>
                </a:moveTo>
                <a:lnTo>
                  <a:pt x="0" y="0"/>
                </a:lnTo>
                <a:lnTo>
                  <a:pt x="0" y="6553094"/>
                </a:lnTo>
                <a:lnTo>
                  <a:pt x="8063091" y="6553094"/>
                </a:lnTo>
                <a:lnTo>
                  <a:pt x="8063091" y="0"/>
                </a:lnTo>
                <a:close/>
              </a:path>
            </a:pathLst>
          </a:custGeom>
          <a:blipFill rotWithShape="1">
            <a:blip r:embed="rId4">
              <a:alphaModFix amt="7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3f9379d42ff_0_2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5"/>
            <a:ext cx="18272102" cy="1028697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f9379d42ff_0_277"/>
          <p:cNvSpPr/>
          <p:nvPr/>
        </p:nvSpPr>
        <p:spPr>
          <a:xfrm rot="-8606732">
            <a:off x="12081463" y="-4936139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4" name="Google Shape;144;g3f9379d42ff_0_2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6969668" y="2219717"/>
            <a:ext cx="10603016" cy="10286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g3f9379d42ff_0_2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578"/>
            <a:ext cx="18288000" cy="1017984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f9379d42ff_0_283"/>
          <p:cNvSpPr/>
          <p:nvPr/>
        </p:nvSpPr>
        <p:spPr>
          <a:xfrm flipH="1" rot="3984778">
            <a:off x="13579607" y="168635"/>
            <a:ext cx="7808355" cy="8275681"/>
          </a:xfrm>
          <a:custGeom>
            <a:rect b="b" l="l" r="r" t="t"/>
            <a:pathLst>
              <a:path extrusionOk="0" h="6553094" w="8063091">
                <a:moveTo>
                  <a:pt x="8063091" y="0"/>
                </a:moveTo>
                <a:lnTo>
                  <a:pt x="0" y="0"/>
                </a:lnTo>
                <a:lnTo>
                  <a:pt x="0" y="6553094"/>
                </a:lnTo>
                <a:lnTo>
                  <a:pt x="8063091" y="6553094"/>
                </a:lnTo>
                <a:lnTo>
                  <a:pt x="8063091" y="0"/>
                </a:lnTo>
                <a:close/>
              </a:path>
            </a:pathLst>
          </a:custGeom>
          <a:blipFill rotWithShape="1">
            <a:blip r:embed="rId4">
              <a:alphaModFix amt="7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g3f9379d42ff_0_283"/>
          <p:cNvSpPr/>
          <p:nvPr/>
        </p:nvSpPr>
        <p:spPr>
          <a:xfrm rot="-2083339">
            <a:off x="-13237255" y="-2243319"/>
            <a:ext cx="14355438" cy="14355438"/>
          </a:xfrm>
          <a:custGeom>
            <a:rect b="b" l="l" r="r" t="t"/>
            <a:pathLst>
              <a:path extrusionOk="0" h="14345355" w="14345355">
                <a:moveTo>
                  <a:pt x="0" y="0"/>
                </a:moveTo>
                <a:lnTo>
                  <a:pt x="14345355" y="0"/>
                </a:lnTo>
                <a:lnTo>
                  <a:pt x="14345355" y="14345355"/>
                </a:lnTo>
                <a:lnTo>
                  <a:pt x="0" y="143453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g3f9379d42ff_0_2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825" y="1022416"/>
            <a:ext cx="11551844" cy="17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f9379d42ff_0_289"/>
          <p:cNvSpPr/>
          <p:nvPr/>
        </p:nvSpPr>
        <p:spPr>
          <a:xfrm rot="-8100000">
            <a:off x="-9141527" y="-1004647"/>
            <a:ext cx="19615090" cy="19615090"/>
          </a:xfrm>
          <a:custGeom>
            <a:rect b="b" l="l" r="r" t="t"/>
            <a:pathLst>
              <a:path extrusionOk="0" h="19604188" w="19604188">
                <a:moveTo>
                  <a:pt x="0" y="0"/>
                </a:moveTo>
                <a:lnTo>
                  <a:pt x="19604188" y="0"/>
                </a:lnTo>
                <a:lnTo>
                  <a:pt x="19604188" y="19604188"/>
                </a:lnTo>
                <a:lnTo>
                  <a:pt x="0" y="196041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g3f9379d42ff_0_289"/>
          <p:cNvSpPr/>
          <p:nvPr/>
        </p:nvSpPr>
        <p:spPr>
          <a:xfrm flipH="1" rot="-9302098">
            <a:off x="11833592" y="-3586222"/>
            <a:ext cx="8104652" cy="6586871"/>
          </a:xfrm>
          <a:custGeom>
            <a:rect b="b" l="l" r="r" t="t"/>
            <a:pathLst>
              <a:path extrusionOk="0" h="6580089" w="8096307">
                <a:moveTo>
                  <a:pt x="8096307" y="0"/>
                </a:moveTo>
                <a:lnTo>
                  <a:pt x="0" y="0"/>
                </a:lnTo>
                <a:lnTo>
                  <a:pt x="0" y="6580090"/>
                </a:lnTo>
                <a:lnTo>
                  <a:pt x="8096307" y="6580090"/>
                </a:lnTo>
                <a:lnTo>
                  <a:pt x="8096307" y="0"/>
                </a:lnTo>
                <a:close/>
              </a:path>
            </a:pathLst>
          </a:custGeom>
          <a:blipFill rotWithShape="1">
            <a:blip r:embed="rId5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g3f9379d42ff_0_2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f9379d42ff_0_295"/>
          <p:cNvSpPr/>
          <p:nvPr/>
        </p:nvSpPr>
        <p:spPr>
          <a:xfrm rot="-1108649">
            <a:off x="13646785" y="2997366"/>
            <a:ext cx="11121450" cy="10514960"/>
          </a:xfrm>
          <a:custGeom>
            <a:rect b="b" l="l" r="r" t="t"/>
            <a:pathLst>
              <a:path extrusionOk="0" h="8487866" w="10443683">
                <a:moveTo>
                  <a:pt x="0" y="0"/>
                </a:moveTo>
                <a:lnTo>
                  <a:pt x="10443682" y="0"/>
                </a:lnTo>
                <a:lnTo>
                  <a:pt x="10443682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g3f9379d42ff_0_295"/>
          <p:cNvSpPr/>
          <p:nvPr/>
        </p:nvSpPr>
        <p:spPr>
          <a:xfrm>
            <a:off x="0" y="8476966"/>
            <a:ext cx="9727319" cy="3106962"/>
          </a:xfrm>
          <a:custGeom>
            <a:rect b="b" l="l" r="r" t="t"/>
            <a:pathLst>
              <a:path extrusionOk="0" h="3106962" w="9727319">
                <a:moveTo>
                  <a:pt x="0" y="0"/>
                </a:moveTo>
                <a:lnTo>
                  <a:pt x="9727319" y="0"/>
                </a:lnTo>
                <a:lnTo>
                  <a:pt x="9727319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g3f9379d42ff_0_3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0"/>
            <a:ext cx="18420552" cy="1012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f9379d42ff_0_3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0144000" y="-506275"/>
            <a:ext cx="15183627" cy="14731087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f9379d42ff_0_301"/>
          <p:cNvSpPr/>
          <p:nvPr/>
        </p:nvSpPr>
        <p:spPr>
          <a:xfrm rot="-8606732">
            <a:off x="14117984" y="4934182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g3f9379d42ff_0_3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578"/>
            <a:ext cx="18288000" cy="1017984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f9379d42ff_0_307"/>
          <p:cNvSpPr/>
          <p:nvPr/>
        </p:nvSpPr>
        <p:spPr>
          <a:xfrm rot="-2083339">
            <a:off x="-12951505" y="-7946694"/>
            <a:ext cx="14355438" cy="14355438"/>
          </a:xfrm>
          <a:custGeom>
            <a:rect b="b" l="l" r="r" t="t"/>
            <a:pathLst>
              <a:path extrusionOk="0" h="14345355" w="14345355">
                <a:moveTo>
                  <a:pt x="0" y="0"/>
                </a:moveTo>
                <a:lnTo>
                  <a:pt x="14345355" y="0"/>
                </a:lnTo>
                <a:lnTo>
                  <a:pt x="14345355" y="14345355"/>
                </a:lnTo>
                <a:lnTo>
                  <a:pt x="0" y="143453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f9379d42ff_0_307"/>
          <p:cNvSpPr/>
          <p:nvPr/>
        </p:nvSpPr>
        <p:spPr>
          <a:xfrm rot="543719">
            <a:off x="11270733" y="2464517"/>
            <a:ext cx="16473005" cy="11366527"/>
          </a:xfrm>
          <a:custGeom>
            <a:rect b="b" l="l" r="r" t="t"/>
            <a:pathLst>
              <a:path extrusionOk="0" h="11366740" w="16473314">
                <a:moveTo>
                  <a:pt x="0" y="0"/>
                </a:moveTo>
                <a:lnTo>
                  <a:pt x="16473314" y="0"/>
                </a:lnTo>
                <a:lnTo>
                  <a:pt x="16473314" y="11366741"/>
                </a:lnTo>
                <a:lnTo>
                  <a:pt x="0" y="113667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g3f9379d42ff_0_3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" y="62505"/>
            <a:ext cx="18288000" cy="10161987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f9379d42ff_0_313"/>
          <p:cNvSpPr/>
          <p:nvPr/>
        </p:nvSpPr>
        <p:spPr>
          <a:xfrm rot="-8606732">
            <a:off x="-7697751" y="5309938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g3f9379d42ff_0_3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86379" y="-8193354"/>
            <a:ext cx="14815797" cy="14374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g3f9379d42ff_0_3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" y="2287042"/>
            <a:ext cx="18288000" cy="7063359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3f9379d42ff_0_319"/>
          <p:cNvSpPr/>
          <p:nvPr/>
        </p:nvSpPr>
        <p:spPr>
          <a:xfrm rot="-8606732">
            <a:off x="-8238024" y="-892164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g3f9379d42ff_0_3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22206" y="-3856527"/>
            <a:ext cx="10603016" cy="10286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g3f9379d42ff_0_3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8725" y="3850050"/>
            <a:ext cx="1320165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f9379d42ff_0_325"/>
          <p:cNvSpPr/>
          <p:nvPr/>
        </p:nvSpPr>
        <p:spPr>
          <a:xfrm rot="-7063110">
            <a:off x="-4551559" y="-610265"/>
            <a:ext cx="11508636" cy="11508636"/>
          </a:xfrm>
          <a:custGeom>
            <a:rect b="b" l="l" r="r" t="t"/>
            <a:pathLst>
              <a:path extrusionOk="0" h="11511802" w="11511802">
                <a:moveTo>
                  <a:pt x="0" y="0"/>
                </a:moveTo>
                <a:lnTo>
                  <a:pt x="11511802" y="0"/>
                </a:lnTo>
                <a:lnTo>
                  <a:pt x="11511802" y="11511802"/>
                </a:lnTo>
                <a:lnTo>
                  <a:pt x="0" y="11511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f9379d42ff_0_325"/>
          <p:cNvSpPr/>
          <p:nvPr/>
        </p:nvSpPr>
        <p:spPr>
          <a:xfrm rot="-8100000">
            <a:off x="12104331" y="-4103025"/>
            <a:ext cx="10650145" cy="8655664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f9379d42ff_0_325"/>
          <p:cNvSpPr/>
          <p:nvPr/>
        </p:nvSpPr>
        <p:spPr>
          <a:xfrm rot="-8606732">
            <a:off x="12862137" y="936708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g3f9379d42ff_0_3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799" y="98428"/>
            <a:ext cx="18288000" cy="10188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f9379d42ff_0_3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915567" y="2065551"/>
            <a:ext cx="12075666" cy="11715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3f9379d42ff_0_3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97831" y="-6174600"/>
            <a:ext cx="10603016" cy="10286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g3f9379d42ff_0_3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170923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3f9379d42ff_0_338"/>
          <p:cNvSpPr/>
          <p:nvPr/>
        </p:nvSpPr>
        <p:spPr>
          <a:xfrm rot="-8606011">
            <a:off x="-9181641" y="565163"/>
            <a:ext cx="12060077" cy="9663166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g3f9379d42ff_0_3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2706" y="-6507619"/>
            <a:ext cx="10603016" cy="10286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g3f9379d42ff_0_3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" y="0"/>
            <a:ext cx="18288000" cy="10215563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3f9379d42ff_0_344"/>
          <p:cNvSpPr/>
          <p:nvPr/>
        </p:nvSpPr>
        <p:spPr>
          <a:xfrm rot="-8606732">
            <a:off x="12701166" y="-4528275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g3f9379d42ff_0_3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886626" y="1204583"/>
            <a:ext cx="13131402" cy="12740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9379d42ff_0_425"/>
          <p:cNvSpPr txBox="1"/>
          <p:nvPr/>
        </p:nvSpPr>
        <p:spPr>
          <a:xfrm>
            <a:off x="1028700" y="3412483"/>
            <a:ext cx="121854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30"/>
              <a:buFont typeface="Arial"/>
              <a:buNone/>
            </a:pPr>
            <a:r>
              <a:rPr b="1" i="0" lang="en-US" sz="10100" u="none" cap="none" strike="noStrike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Thank you for</a:t>
            </a:r>
            <a:endParaRPr b="0" i="0" sz="10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f9379d42ff_0_425"/>
          <p:cNvSpPr/>
          <p:nvPr/>
        </p:nvSpPr>
        <p:spPr>
          <a:xfrm rot="-1770831">
            <a:off x="9624610" y="4440432"/>
            <a:ext cx="12108848" cy="9841191"/>
          </a:xfrm>
          <a:custGeom>
            <a:rect b="b" l="l" r="r" t="t"/>
            <a:pathLst>
              <a:path extrusionOk="0" h="9843868" w="12112141">
                <a:moveTo>
                  <a:pt x="0" y="0"/>
                </a:moveTo>
                <a:lnTo>
                  <a:pt x="12112141" y="0"/>
                </a:lnTo>
                <a:lnTo>
                  <a:pt x="12112141" y="9843868"/>
                </a:lnTo>
                <a:lnTo>
                  <a:pt x="0" y="98438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f9379d42ff_0_425"/>
          <p:cNvSpPr txBox="1"/>
          <p:nvPr/>
        </p:nvSpPr>
        <p:spPr>
          <a:xfrm>
            <a:off x="2112722" y="5071350"/>
            <a:ext cx="157326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30"/>
              <a:buFont typeface="Arial"/>
              <a:buNone/>
            </a:pPr>
            <a:r>
              <a:rPr b="1" i="0" lang="en-US" sz="10100" u="none" cap="none" strike="noStrike">
                <a:solidFill>
                  <a:srgbClr val="2BB4D4"/>
                </a:solidFill>
                <a:latin typeface="Montserrat"/>
                <a:ea typeface="Montserrat"/>
                <a:cs typeface="Montserrat"/>
                <a:sym typeface="Montserrat"/>
              </a:rPr>
              <a:t>your attention</a:t>
            </a:r>
            <a:endParaRPr b="0" i="0" sz="10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Song Thiên Long Nguyễn</dc:creator>
</cp:coreProperties>
</file>