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10287000" cx="18288000"/>
  <p:notesSz cx="6858000" cy="9144000"/>
  <p:embeddedFontLst>
    <p:embeddedFont>
      <p:font typeface="Montserra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h6Oz+s+VK6GLreQfW6aMaMkoh1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da79c88b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6da79c88bb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93850afc7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f93850afc7_0_3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93850afc7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f93850afc7_0_3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93850afc7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f93850afc7_0_3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93850afc7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f93850afc7_0_3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93850afc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f93850afc7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93850afc7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f93850afc7_0_3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93850afc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f93850afc7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93850afc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f93850afc7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93850afc7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f93850afc7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93850afc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3f93850afc7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93850afc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f93850afc7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93850afc7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f93850afc7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93850afc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f93850afc7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93850afc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f93850afc7_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93bc30ec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f93bc30eca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93850afc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f93850afc7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93850afc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f93850afc7_0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93850afc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f93850afc7_0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93850afc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f93850afc7_0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93850afc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f93850afc7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93850afc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f93850afc7_0_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93850afc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f93850afc7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93850afc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f93850afc7_0_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93850afc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f93850afc7_0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93850afc7_0_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g3f93850afc7_0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93850afc7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g3f93850afc7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93850afc7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g3f93850afc7_0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93850afc7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3f93850afc7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93850afc7_0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f93850afc7_0_154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g3f93850afc7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93850afc7_0_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f93850afc7_0_160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g3f93850afc7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93bc30ec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g3f93bc30eca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93bc30ec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3f93bc30eca_0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37.png"/><Relationship Id="rId5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37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3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da79c88bb_0_8"/>
          <p:cNvSpPr txBox="1"/>
          <p:nvPr/>
        </p:nvSpPr>
        <p:spPr>
          <a:xfrm>
            <a:off x="1736100" y="4066058"/>
            <a:ext cx="148158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Dealing with </a:t>
            </a:r>
            <a:r>
              <a:rPr b="1" i="0" lang="en-US" sz="7000" u="none" cap="none" strike="noStrike">
                <a:solidFill>
                  <a:srgbClr val="72EAEE"/>
                </a:solidFill>
                <a:latin typeface="Montserrat"/>
                <a:ea typeface="Montserrat"/>
                <a:cs typeface="Montserrat"/>
                <a:sym typeface="Montserrat"/>
              </a:rPr>
              <a:t>Uncertainty</a:t>
            </a:r>
            <a:endParaRPr b="0" i="0" sz="7000" u="none" cap="none" strike="noStrike">
              <a:solidFill>
                <a:srgbClr val="72EA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6da79c88bb_0_8"/>
          <p:cNvSpPr/>
          <p:nvPr/>
        </p:nvSpPr>
        <p:spPr>
          <a:xfrm rot="-8100000">
            <a:off x="12488683" y="-3296726"/>
            <a:ext cx="10644226" cy="865085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6da79c88bb_0_8"/>
          <p:cNvSpPr/>
          <p:nvPr/>
        </p:nvSpPr>
        <p:spPr>
          <a:xfrm rot="-8606732">
            <a:off x="-7159680" y="556981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g36da79c88bb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3775" y="9057100"/>
            <a:ext cx="8398076" cy="267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93850afc7_0_310"/>
          <p:cNvSpPr/>
          <p:nvPr/>
        </p:nvSpPr>
        <p:spPr>
          <a:xfrm rot="-8100000">
            <a:off x="-11083195" y="928874"/>
            <a:ext cx="19615090" cy="19615090"/>
          </a:xfrm>
          <a:custGeom>
            <a:rect b="b" l="l" r="r" t="t"/>
            <a:pathLst>
              <a:path extrusionOk="0" h="19604188" w="19604188">
                <a:moveTo>
                  <a:pt x="0" y="0"/>
                </a:moveTo>
                <a:lnTo>
                  <a:pt x="19604188" y="0"/>
                </a:lnTo>
                <a:lnTo>
                  <a:pt x="19604188" y="19604188"/>
                </a:lnTo>
                <a:lnTo>
                  <a:pt x="0" y="19604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93850afc7_0_310"/>
          <p:cNvSpPr/>
          <p:nvPr/>
        </p:nvSpPr>
        <p:spPr>
          <a:xfrm flipH="1" rot="-9301188">
            <a:off x="10443513" y="-3244437"/>
            <a:ext cx="11455094" cy="7528992"/>
          </a:xfrm>
          <a:custGeom>
            <a:rect b="b" l="l" r="r" t="t"/>
            <a:pathLst>
              <a:path extrusionOk="0" h="6580089" w="8096307">
                <a:moveTo>
                  <a:pt x="8096307" y="0"/>
                </a:moveTo>
                <a:lnTo>
                  <a:pt x="0" y="0"/>
                </a:lnTo>
                <a:lnTo>
                  <a:pt x="0" y="6580090"/>
                </a:lnTo>
                <a:lnTo>
                  <a:pt x="8096307" y="6580090"/>
                </a:lnTo>
                <a:lnTo>
                  <a:pt x="8096307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93850afc7_0_310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Outline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5" name="Google Shape;95;g3f93850afc7_0_3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3574" y="2075675"/>
            <a:ext cx="7248780" cy="36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93850afc7_0_324"/>
          <p:cNvSpPr/>
          <p:nvPr/>
        </p:nvSpPr>
        <p:spPr>
          <a:xfrm rot="-8100000">
            <a:off x="-9317599" y="-442906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93850afc7_0_324"/>
          <p:cNvSpPr/>
          <p:nvPr/>
        </p:nvSpPr>
        <p:spPr>
          <a:xfrm rot="-8606732">
            <a:off x="13776538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93850afc7_0_324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Certainty Theory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" name="Google Shape;103;g3f93850afc7_0_3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4800" y="2850600"/>
            <a:ext cx="12495699" cy="36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93850afc7_0_331"/>
          <p:cNvSpPr/>
          <p:nvPr/>
        </p:nvSpPr>
        <p:spPr>
          <a:xfrm rot="-7063110">
            <a:off x="-7933509" y="-498440"/>
            <a:ext cx="11508636" cy="11508636"/>
          </a:xfrm>
          <a:custGeom>
            <a:rect b="b" l="l" r="r" t="t"/>
            <a:pathLst>
              <a:path extrusionOk="0" h="11511802" w="11511802">
                <a:moveTo>
                  <a:pt x="0" y="0"/>
                </a:moveTo>
                <a:lnTo>
                  <a:pt x="11511802" y="0"/>
                </a:lnTo>
                <a:lnTo>
                  <a:pt x="11511802" y="11511802"/>
                </a:lnTo>
                <a:lnTo>
                  <a:pt x="0" y="11511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93850afc7_0_331"/>
          <p:cNvSpPr/>
          <p:nvPr/>
        </p:nvSpPr>
        <p:spPr>
          <a:xfrm rot="-8606732">
            <a:off x="12900237" y="9238811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3f93850afc7_0_331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Certainty Theory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" name="Google Shape;111;g3f93850afc7_0_3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9850" y="2428875"/>
            <a:ext cx="12896850" cy="54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f93850afc7_0_331"/>
          <p:cNvSpPr/>
          <p:nvPr/>
        </p:nvSpPr>
        <p:spPr>
          <a:xfrm rot="-8100000">
            <a:off x="12294831" y="-3874425"/>
            <a:ext cx="10650145" cy="8655664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93850afc7_0_350"/>
          <p:cNvSpPr/>
          <p:nvPr/>
        </p:nvSpPr>
        <p:spPr>
          <a:xfrm rot="-1111536">
            <a:off x="10462708" y="-4691482"/>
            <a:ext cx="10436174" cy="8481763"/>
          </a:xfrm>
          <a:custGeom>
            <a:rect b="b" l="l" r="r" t="t"/>
            <a:pathLst>
              <a:path extrusionOk="0" h="8487866" w="10443683">
                <a:moveTo>
                  <a:pt x="0" y="0"/>
                </a:moveTo>
                <a:lnTo>
                  <a:pt x="10443682" y="0"/>
                </a:lnTo>
                <a:lnTo>
                  <a:pt x="10443682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93850afc7_0_350"/>
          <p:cNvSpPr/>
          <p:nvPr/>
        </p:nvSpPr>
        <p:spPr>
          <a:xfrm>
            <a:off x="0" y="8476966"/>
            <a:ext cx="9727319" cy="3106962"/>
          </a:xfrm>
          <a:custGeom>
            <a:rect b="b" l="l" r="r" t="t"/>
            <a:pathLst>
              <a:path extrusionOk="0" h="3106962" w="9727319">
                <a:moveTo>
                  <a:pt x="0" y="0"/>
                </a:moveTo>
                <a:lnTo>
                  <a:pt x="9727319" y="0"/>
                </a:lnTo>
                <a:lnTo>
                  <a:pt x="9727319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93850afc7_0_350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Certainty Value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g3f93850afc7_0_3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4025" y="2604600"/>
            <a:ext cx="8337874" cy="360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93850afc7_0_39"/>
          <p:cNvSpPr/>
          <p:nvPr/>
        </p:nvSpPr>
        <p:spPr>
          <a:xfrm rot="-2505159">
            <a:off x="12361571" y="6168243"/>
            <a:ext cx="10629580" cy="8638950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6" name="Google Shape;126;g3f93850afc7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463966" y="-2313975"/>
            <a:ext cx="10603016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f93850afc7_0_39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Certainty Value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" name="Google Shape;128;g3f93850afc7_0_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6900" y="2700537"/>
            <a:ext cx="14815801" cy="3854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3850afc7_0_357"/>
          <p:cNvSpPr/>
          <p:nvPr/>
        </p:nvSpPr>
        <p:spPr>
          <a:xfrm rot="-2389435">
            <a:off x="-9596495" y="-12500965"/>
            <a:ext cx="17605863" cy="17605863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g3f93850afc7_0_357"/>
          <p:cNvSpPr/>
          <p:nvPr/>
        </p:nvSpPr>
        <p:spPr>
          <a:xfrm flipH="1" rot="3986662">
            <a:off x="12591123" y="7257461"/>
            <a:ext cx="8070370" cy="6559010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g3f93850afc7_0_357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Certainty </a:t>
            </a: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Factor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g3f93850afc7_0_3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9500" y="3528800"/>
            <a:ext cx="12347725" cy="19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93850afc7_0_48"/>
          <p:cNvSpPr/>
          <p:nvPr/>
        </p:nvSpPr>
        <p:spPr>
          <a:xfrm rot="-8606732">
            <a:off x="12081463" y="-4936139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2" name="Google Shape;142;g3f93850afc7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450118" y="2161992"/>
            <a:ext cx="10603016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f93850afc7_0_48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Certainty Factor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" name="Google Shape;144;g3f93850afc7_0_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9500" y="3528800"/>
            <a:ext cx="12347725" cy="190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f93850afc7_0_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05298" y="6175240"/>
            <a:ext cx="45720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93850afc7_0_53"/>
          <p:cNvSpPr/>
          <p:nvPr/>
        </p:nvSpPr>
        <p:spPr>
          <a:xfrm rot="-2389435">
            <a:off x="-9389477" y="-11445238"/>
            <a:ext cx="17605863" cy="17605863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g3f93850afc7_0_53"/>
          <p:cNvSpPr/>
          <p:nvPr/>
        </p:nvSpPr>
        <p:spPr>
          <a:xfrm flipH="1" rot="3984778">
            <a:off x="13262107" y="6810972"/>
            <a:ext cx="7808355" cy="8275681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g3f93850afc7_0_53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Certainty Factor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3" name="Google Shape;153;g3f93850afc7_0_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9500" y="3528800"/>
            <a:ext cx="12347725" cy="190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f93850afc7_0_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2514" y="5894029"/>
            <a:ext cx="436245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93850afc7_0_63"/>
          <p:cNvSpPr/>
          <p:nvPr/>
        </p:nvSpPr>
        <p:spPr>
          <a:xfrm rot="-8100000">
            <a:off x="-11154202" y="1209278"/>
            <a:ext cx="19615090" cy="19615090"/>
          </a:xfrm>
          <a:custGeom>
            <a:rect b="b" l="l" r="r" t="t"/>
            <a:pathLst>
              <a:path extrusionOk="0" h="19604188" w="19604188">
                <a:moveTo>
                  <a:pt x="0" y="0"/>
                </a:moveTo>
                <a:lnTo>
                  <a:pt x="19604188" y="0"/>
                </a:lnTo>
                <a:lnTo>
                  <a:pt x="19604188" y="19604188"/>
                </a:lnTo>
                <a:lnTo>
                  <a:pt x="0" y="19604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3f93850afc7_0_63"/>
          <p:cNvSpPr/>
          <p:nvPr/>
        </p:nvSpPr>
        <p:spPr>
          <a:xfrm flipH="1" rot="-9302098">
            <a:off x="11833592" y="-3586222"/>
            <a:ext cx="8104652" cy="6586871"/>
          </a:xfrm>
          <a:custGeom>
            <a:rect b="b" l="l" r="r" t="t"/>
            <a:pathLst>
              <a:path extrusionOk="0" h="6580089" w="8096307">
                <a:moveTo>
                  <a:pt x="8096307" y="0"/>
                </a:moveTo>
                <a:lnTo>
                  <a:pt x="0" y="0"/>
                </a:lnTo>
                <a:lnTo>
                  <a:pt x="0" y="6580090"/>
                </a:lnTo>
                <a:lnTo>
                  <a:pt x="8096307" y="6580090"/>
                </a:lnTo>
                <a:lnTo>
                  <a:pt x="8096307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g3f93850afc7_0_63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Certainty Updating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2" name="Google Shape;162;g3f93850afc7_0_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2000" y="3118955"/>
            <a:ext cx="948690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93850afc7_0_58"/>
          <p:cNvSpPr/>
          <p:nvPr/>
        </p:nvSpPr>
        <p:spPr>
          <a:xfrm rot="-1108649">
            <a:off x="11991910" y="-5590059"/>
            <a:ext cx="11121450" cy="10514960"/>
          </a:xfrm>
          <a:custGeom>
            <a:rect b="b" l="l" r="r" t="t"/>
            <a:pathLst>
              <a:path extrusionOk="0" h="8487866" w="10443683">
                <a:moveTo>
                  <a:pt x="0" y="0"/>
                </a:moveTo>
                <a:lnTo>
                  <a:pt x="10443682" y="0"/>
                </a:lnTo>
                <a:lnTo>
                  <a:pt x="10443682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g3f93850afc7_0_58"/>
          <p:cNvSpPr/>
          <p:nvPr/>
        </p:nvSpPr>
        <p:spPr>
          <a:xfrm>
            <a:off x="0" y="8476966"/>
            <a:ext cx="9727319" cy="3106962"/>
          </a:xfrm>
          <a:custGeom>
            <a:rect b="b" l="l" r="r" t="t"/>
            <a:pathLst>
              <a:path extrusionOk="0" h="3106962" w="9727319">
                <a:moveTo>
                  <a:pt x="0" y="0"/>
                </a:moveTo>
                <a:lnTo>
                  <a:pt x="9727319" y="0"/>
                </a:lnTo>
                <a:lnTo>
                  <a:pt x="9727319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g3f93850afc7_0_58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Certainty Updating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0" name="Google Shape;170;g3f93850afc7_0_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1825" y="2287725"/>
            <a:ext cx="11920914" cy="605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3850afc7_0_73"/>
          <p:cNvSpPr/>
          <p:nvPr/>
        </p:nvSpPr>
        <p:spPr>
          <a:xfrm rot="-2389435">
            <a:off x="-8822520" y="-11463967"/>
            <a:ext cx="17605863" cy="17605863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f93850afc7_0_73"/>
          <p:cNvSpPr/>
          <p:nvPr/>
        </p:nvSpPr>
        <p:spPr>
          <a:xfrm flipH="1" rot="3986682">
            <a:off x="13223353" y="6436180"/>
            <a:ext cx="8927962" cy="8150917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f93850afc7_0_73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Meanings behind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g3f93850afc7_0_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6687" y="2979525"/>
            <a:ext cx="9454624" cy="432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3f93850afc7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450750" y="-1356050"/>
            <a:ext cx="15183627" cy="1473108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93850afc7_0_68"/>
          <p:cNvSpPr/>
          <p:nvPr/>
        </p:nvSpPr>
        <p:spPr>
          <a:xfrm rot="-8606732">
            <a:off x="14117984" y="493418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g3f93850afc7_0_68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Evidence Logical Combination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6" name="Google Shape;186;g3f93850afc7_0_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1875" y="2157350"/>
            <a:ext cx="9277974" cy="660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93850afc7_0_83"/>
          <p:cNvSpPr/>
          <p:nvPr/>
        </p:nvSpPr>
        <p:spPr>
          <a:xfrm rot="-7063110">
            <a:off x="-4551559" y="-610265"/>
            <a:ext cx="11508636" cy="11508636"/>
          </a:xfrm>
          <a:custGeom>
            <a:rect b="b" l="l" r="r" t="t"/>
            <a:pathLst>
              <a:path extrusionOk="0" h="11511802" w="11511802">
                <a:moveTo>
                  <a:pt x="0" y="0"/>
                </a:moveTo>
                <a:lnTo>
                  <a:pt x="11511802" y="0"/>
                </a:lnTo>
                <a:lnTo>
                  <a:pt x="11511802" y="11511802"/>
                </a:lnTo>
                <a:lnTo>
                  <a:pt x="0" y="11511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f93850afc7_0_83"/>
          <p:cNvSpPr/>
          <p:nvPr/>
        </p:nvSpPr>
        <p:spPr>
          <a:xfrm rot="-8100000">
            <a:off x="12104331" y="-4103025"/>
            <a:ext cx="10650145" cy="8655664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f93850afc7_0_83"/>
          <p:cNvSpPr/>
          <p:nvPr/>
        </p:nvSpPr>
        <p:spPr>
          <a:xfrm rot="-8606732">
            <a:off x="12862137" y="936708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f93850afc7_0_83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5" name="Google Shape;195;g3f93850afc7_0_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7025" y="2324100"/>
            <a:ext cx="5543550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93850afc7_0_78"/>
          <p:cNvSpPr/>
          <p:nvPr/>
        </p:nvSpPr>
        <p:spPr>
          <a:xfrm rot="-8606732">
            <a:off x="-6669051" y="5265213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g3f93850afc7_0_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8904" y="-7589554"/>
            <a:ext cx="14815797" cy="1437424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f93850afc7_0_78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Possibility theory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3" name="Google Shape;203;g3f93850afc7_0_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1270" y="2702594"/>
            <a:ext cx="1120140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93bc30eca_0_37"/>
          <p:cNvSpPr/>
          <p:nvPr/>
        </p:nvSpPr>
        <p:spPr>
          <a:xfrm rot="-8100000">
            <a:off x="-9317599" y="-442906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93bc30eca_0_37"/>
          <p:cNvSpPr/>
          <p:nvPr/>
        </p:nvSpPr>
        <p:spPr>
          <a:xfrm rot="-8606732">
            <a:off x="13776537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93bc30eca_0_37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Possibility theory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1" name="Google Shape;211;g3f93bc30eca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1270" y="2702594"/>
            <a:ext cx="112014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f93bc30eca_0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5910" y="4588544"/>
            <a:ext cx="3105150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93850afc7_0_89"/>
          <p:cNvSpPr/>
          <p:nvPr/>
        </p:nvSpPr>
        <p:spPr>
          <a:xfrm rot="-8606732">
            <a:off x="-7589499" y="-892177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g3f93850afc7_0_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22206" y="-3856527"/>
            <a:ext cx="10603016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f93850afc7_0_89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Possibility theory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0" name="Google Shape;220;g3f93850afc7_0_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1270" y="2702594"/>
            <a:ext cx="112014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f93850afc7_0_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4110" y="4588544"/>
            <a:ext cx="31051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f93850afc7_0_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75900" y="5519525"/>
            <a:ext cx="3105150" cy="68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3f93850afc7_0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03667" y="1808126"/>
            <a:ext cx="12075666" cy="1171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f93850afc7_0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8981" y="-5402300"/>
            <a:ext cx="10603016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f93850afc7_0_94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Crisp set and fuzzy set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0" name="Google Shape;230;g3f93850afc7_0_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4650" y="2291500"/>
            <a:ext cx="6882025" cy="608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93850afc7_0_99"/>
          <p:cNvSpPr/>
          <p:nvPr/>
        </p:nvSpPr>
        <p:spPr>
          <a:xfrm rot="-8606011">
            <a:off x="-8094941" y="1285963"/>
            <a:ext cx="12060077" cy="9663166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g3f93850afc7_0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60081" y="-5271919"/>
            <a:ext cx="10603016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f93850afc7_0_99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Crisp set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8" name="Google Shape;238;g3f93850afc7_0_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6275" y="2349725"/>
            <a:ext cx="9375449" cy="614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93850afc7_0_104"/>
          <p:cNvSpPr/>
          <p:nvPr/>
        </p:nvSpPr>
        <p:spPr>
          <a:xfrm rot="-2389435">
            <a:off x="-9231779" y="-10334781"/>
            <a:ext cx="17605863" cy="17605863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f93850afc7_0_104"/>
          <p:cNvSpPr/>
          <p:nvPr/>
        </p:nvSpPr>
        <p:spPr>
          <a:xfrm flipH="1" rot="3986662">
            <a:off x="14305624" y="8171861"/>
            <a:ext cx="8070370" cy="6559010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f93850afc7_0_104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Fuzzy set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6" name="Google Shape;246;g3f93850afc7_0_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0175" y="2964825"/>
            <a:ext cx="821055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93850afc7_0_109"/>
          <p:cNvSpPr/>
          <p:nvPr/>
        </p:nvSpPr>
        <p:spPr>
          <a:xfrm rot="-8606732">
            <a:off x="13293266" y="-3215350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g3f93850afc7_0_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886626" y="1204583"/>
            <a:ext cx="13131402" cy="1274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f93850afc7_0_109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Fuzzy set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4" name="Google Shape;254;g3f93850afc7_0_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4851" y="2618354"/>
            <a:ext cx="912495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93850afc7_0_119"/>
          <p:cNvSpPr/>
          <p:nvPr/>
        </p:nvSpPr>
        <p:spPr>
          <a:xfrm rot="-2389435">
            <a:off x="-7968545" y="-12053665"/>
            <a:ext cx="17605863" cy="17605863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f93850afc7_0_119"/>
          <p:cNvSpPr/>
          <p:nvPr/>
        </p:nvSpPr>
        <p:spPr>
          <a:xfrm flipH="1" rot="3990786">
            <a:off x="12658952" y="7246140"/>
            <a:ext cx="7890328" cy="7468946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f93850afc7_0_119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Fuzzy set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2" name="Google Shape;262;g3f93850afc7_0_1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940350"/>
            <a:ext cx="10721501" cy="35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93850afc7_0_114"/>
          <p:cNvSpPr/>
          <p:nvPr/>
        </p:nvSpPr>
        <p:spPr>
          <a:xfrm rot="-8606732">
            <a:off x="16390634" y="1759575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g3f93850afc7_0_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555975" y="1347324"/>
            <a:ext cx="11335500" cy="1099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f93850afc7_0_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9775" y="177876"/>
            <a:ext cx="12926130" cy="993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93850afc7_0_124"/>
          <p:cNvSpPr/>
          <p:nvPr/>
        </p:nvSpPr>
        <p:spPr>
          <a:xfrm rot="-8606732">
            <a:off x="-8237056" y="946671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f93850afc7_0_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145712">
            <a:off x="13495804" y="-3438161"/>
            <a:ext cx="10603018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f93850afc7_0_124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Fuzzy rules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7" name="Google Shape;277;g3f93850afc7_0_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9257" y="2246797"/>
            <a:ext cx="12009824" cy="625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93850afc7_0_129"/>
          <p:cNvSpPr/>
          <p:nvPr/>
        </p:nvSpPr>
        <p:spPr>
          <a:xfrm rot="-8606732">
            <a:off x="12054416" y="-530511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g3f93850afc7_0_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7969611">
            <a:off x="-10453595" y="-1968236"/>
            <a:ext cx="17025012" cy="1651758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f93850afc7_0_129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Condition Combination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5" name="Google Shape;285;g3f93850afc7_0_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2900" y="2340000"/>
            <a:ext cx="12009776" cy="624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93850afc7_0_134"/>
          <p:cNvSpPr/>
          <p:nvPr/>
        </p:nvSpPr>
        <p:spPr>
          <a:xfrm rot="-8606732">
            <a:off x="-7594095" y="-2082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g3f93850afc7_0_1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3964" y="-4178316"/>
            <a:ext cx="10603016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3f93850afc7_0_134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Fuzzy Logic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3" name="Google Shape;293;g3f93850afc7_0_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0200" y="2766826"/>
            <a:ext cx="9610412" cy="33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93850afc7_0_139"/>
          <p:cNvSpPr/>
          <p:nvPr/>
        </p:nvSpPr>
        <p:spPr>
          <a:xfrm rot="-2083339">
            <a:off x="-12593680" y="-2243319"/>
            <a:ext cx="14355438" cy="14355438"/>
          </a:xfrm>
          <a:custGeom>
            <a:rect b="b" l="l" r="r" t="t"/>
            <a:pathLst>
              <a:path extrusionOk="0" h="14345355" w="14345355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f93850afc7_0_139"/>
          <p:cNvSpPr/>
          <p:nvPr/>
        </p:nvSpPr>
        <p:spPr>
          <a:xfrm rot="-8606732">
            <a:off x="16703516" y="223787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f93850afc7_0_139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Defuzzification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1" name="Google Shape;301;g3f93850afc7_0_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5900" y="2298625"/>
            <a:ext cx="11444076" cy="632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93850afc7_0_144"/>
          <p:cNvSpPr/>
          <p:nvPr/>
        </p:nvSpPr>
        <p:spPr>
          <a:xfrm rot="-8606732">
            <a:off x="12130616" y="-449116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g3f93850afc7_0_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325600" y="1659274"/>
            <a:ext cx="12223653" cy="1185932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f93850afc7_0_144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Defuzzification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9" name="Google Shape;309;g3f93850afc7_0_1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4853" y="2527742"/>
            <a:ext cx="868680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93850afc7_0_149"/>
          <p:cNvSpPr/>
          <p:nvPr/>
        </p:nvSpPr>
        <p:spPr>
          <a:xfrm rot="-2083339">
            <a:off x="-8549480" y="-9802844"/>
            <a:ext cx="14355438" cy="14355438"/>
          </a:xfrm>
          <a:custGeom>
            <a:rect b="b" l="l" r="r" t="t"/>
            <a:pathLst>
              <a:path extrusionOk="0" h="14345355" w="14345355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f93850afc7_0_149"/>
          <p:cNvSpPr/>
          <p:nvPr/>
        </p:nvSpPr>
        <p:spPr>
          <a:xfrm rot="543719">
            <a:off x="11270733" y="2464517"/>
            <a:ext cx="16473005" cy="11366527"/>
          </a:xfrm>
          <a:custGeom>
            <a:rect b="b" l="l" r="r" t="t"/>
            <a:pathLst>
              <a:path extrusionOk="0" h="11366740" w="16473314">
                <a:moveTo>
                  <a:pt x="0" y="0"/>
                </a:moveTo>
                <a:lnTo>
                  <a:pt x="16473314" y="0"/>
                </a:lnTo>
                <a:lnTo>
                  <a:pt x="16473314" y="11366741"/>
                </a:lnTo>
                <a:lnTo>
                  <a:pt x="0" y="113667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f93850afc7_0_149"/>
          <p:cNvSpPr txBox="1"/>
          <p:nvPr/>
        </p:nvSpPr>
        <p:spPr>
          <a:xfrm>
            <a:off x="2002011" y="832905"/>
            <a:ext cx="14815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Scaling membership function –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Mamdami’s method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g3f93850afc7_0_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7100" y="3132046"/>
            <a:ext cx="13927500" cy="57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g3f93850afc7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827927" y="490199"/>
            <a:ext cx="13013302" cy="1262544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f93850afc7_0_154"/>
          <p:cNvSpPr/>
          <p:nvPr/>
        </p:nvSpPr>
        <p:spPr>
          <a:xfrm rot="-8606732">
            <a:off x="11316243" y="-442426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f93850afc7_0_154"/>
          <p:cNvSpPr txBox="1"/>
          <p:nvPr/>
        </p:nvSpPr>
        <p:spPr>
          <a:xfrm>
            <a:off x="2002011" y="832905"/>
            <a:ext cx="14815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Scaling membership function –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Larson’s method</a:t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1" sz="5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g3f93850afc7_0_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8925" y="3141707"/>
            <a:ext cx="14342499" cy="6178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f93850afc7_0_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745914" y="1947231"/>
            <a:ext cx="10603016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f93850afc7_0_160"/>
          <p:cNvSpPr/>
          <p:nvPr/>
        </p:nvSpPr>
        <p:spPr>
          <a:xfrm rot="-8606732">
            <a:off x="11582191" y="-4664337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f93850afc7_0_160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Finding combined centroid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5" name="Google Shape;335;g3f93850afc7_0_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8977" y="2734792"/>
            <a:ext cx="6686550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93bc30eca_0_31"/>
          <p:cNvSpPr/>
          <p:nvPr/>
        </p:nvSpPr>
        <p:spPr>
          <a:xfrm rot="-8100000">
            <a:off x="-9317599" y="-442906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f93bc30eca_0_31"/>
          <p:cNvSpPr/>
          <p:nvPr/>
        </p:nvSpPr>
        <p:spPr>
          <a:xfrm rot="-8606732">
            <a:off x="13776537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f93bc30eca_0_31"/>
          <p:cNvSpPr txBox="1"/>
          <p:nvPr/>
        </p:nvSpPr>
        <p:spPr>
          <a:xfrm>
            <a:off x="2225636" y="855280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Worked Example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3" name="Google Shape;343;g3f93bc30eca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5338" y="2068475"/>
            <a:ext cx="12369124" cy="673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g3f93bc30eca_0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03667" y="1808126"/>
            <a:ext cx="12075666" cy="1171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f93bc30eca_0_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5750" y="1286000"/>
            <a:ext cx="15366151" cy="866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3f93bc30eca_0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8981" y="-5402300"/>
            <a:ext cx="10603016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7"/>
          <p:cNvSpPr txBox="1"/>
          <p:nvPr/>
        </p:nvSpPr>
        <p:spPr>
          <a:xfrm>
            <a:off x="1028700" y="3412483"/>
            <a:ext cx="12185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30"/>
              <a:buFont typeface="Arial"/>
              <a:buNone/>
            </a:pPr>
            <a:r>
              <a:rPr b="1" i="0" lang="en-US" sz="10100" u="none" cap="none" strike="noStrike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Thank you for</a:t>
            </a:r>
            <a:endParaRPr b="0" i="0" sz="10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7"/>
          <p:cNvSpPr/>
          <p:nvPr/>
        </p:nvSpPr>
        <p:spPr>
          <a:xfrm rot="-1770831">
            <a:off x="9624610" y="4440432"/>
            <a:ext cx="12108848" cy="9841191"/>
          </a:xfrm>
          <a:custGeom>
            <a:rect b="b" l="l" r="r" t="t"/>
            <a:pathLst>
              <a:path extrusionOk="0" h="9843868" w="12112141">
                <a:moveTo>
                  <a:pt x="0" y="0"/>
                </a:moveTo>
                <a:lnTo>
                  <a:pt x="12112141" y="0"/>
                </a:lnTo>
                <a:lnTo>
                  <a:pt x="12112141" y="9843868"/>
                </a:lnTo>
                <a:lnTo>
                  <a:pt x="0" y="9843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7"/>
          <p:cNvSpPr txBox="1"/>
          <p:nvPr/>
        </p:nvSpPr>
        <p:spPr>
          <a:xfrm>
            <a:off x="2112722" y="5071350"/>
            <a:ext cx="15732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30"/>
              <a:buFont typeface="Arial"/>
              <a:buNone/>
            </a:pPr>
            <a:r>
              <a:rPr b="1" i="0" lang="en-US" sz="10100" u="none" cap="none" strike="noStrike">
                <a:solidFill>
                  <a:srgbClr val="2BB4D4"/>
                </a:solidFill>
                <a:latin typeface="Montserrat"/>
                <a:ea typeface="Montserrat"/>
                <a:cs typeface="Montserrat"/>
                <a:sym typeface="Montserrat"/>
              </a:rPr>
              <a:t>your attention</a:t>
            </a:r>
            <a:endParaRPr b="0" i="0" sz="10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Song Thiên Long Nguyễn</dc:creator>
</cp:coreProperties>
</file>